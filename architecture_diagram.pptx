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6583680" cy="256032"/>
          </a:xfrm>
          <a:prstGeom prst="roundRect">
            <a:avLst/>
          </a:prstGeom>
          <a:solidFill>
            <a:srgbClr val="0C4A6E">
              <a:alpha val="7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3832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• DIGITAL TWIN CHALLENGE 2026 | ARCHITECTURE DIAGRAM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CardioGlyc AI: Closed-Loop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07040" cy="1143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8016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MULTI-MODAL DATA INGESTION &amp; PRIVACY (DPDP ACT 2023)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Longitudinal Static EHR: ICD-10 (E11, I10, E78), Labs (HbA1c, FPG, Lipids, eGFR, hs-CRP, Albuminuria)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Streaming Dynamic Wearables: 5-min Continuous Glucose Monitor (CGM), PPG Heart Rate, HRV RMSSD, ABPM, Accelerometer METs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Layer: Synthea/MIMIC synthetic cohorts mirroring ICMR-INDIAB epidemiology, zero PHI leakage, DPDP Act 2023 compliant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0607040" cy="1143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603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CONTINUOUS BIOPHYSICAL ODE DIGITAL TWIN CORE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Bergman Minimal Model (Glucose-Insulin): dG/dt = -(p1 + X + U_ex)G + p1*Gb + Ra(t) [RK4 numerical solver]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Gut Absorption &amp; Muscle Translocation: Ra(t) = kAbs * D(t) decay; U_ex(t) = kEx * (METs - 1.0) GLUT-4 clearance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Two-Element Windkessel Hemodynamics: MAP = CO * R, Pulse Pressure PP ≈ SV / C (Arterial compliance &amp; systemic vascular resistance)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607040" cy="1143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4048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MULTI-TASK PREDICTIVE ENGINE &amp; EXPLAINABILITY (XAI)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2-Hour Adverse Excursion Classifier: Gradient-boosted ensemble predicting Hypo (&lt;70 mg/dL) &amp; Hyper (&gt;220 mg/dL) (ROC-AUC 0.914)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Proactive Lead Time: Calibrated +42-minute early warning window allowing pre-emptive behavioral/clinical correction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10-Year ASCVD Risk Score: Calibrated with 1.4x South Asian Multiplier (MASALA / INTERHEART cohorts) + SHAP Feature Attribution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10607040" cy="1143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1206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IN SILICO COUNTERFACTUAL SANDBOX &amp; ABDM HL7 FHIR INTEROPERABILITY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5394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Silico What-If Sandbox: Instant evaluation of 20-min post-meal walking (-38% glucose spike), high-fiber millets, chronotherapy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Cockpit &amp; Holographic Avatar: Real-time 3D anatomical twin with glycemic, cardiovascular, and autonomic status ribbons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Interoperability: Official Ayushman Bharat Digital Mission (ABDM) ABHA ID, LOINC 14745-4 / 85354-9, HL7 FHIR R4 JSON bundles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Happiest Health Summit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CardioGlyc AI: System Architecture Diagram</dc:title>
  <dc:subject>Happiest Health Digital Twin Challenge 2026</dc:subject>
  <dc:creator>Team GlycoNova - BIT</dc:creator>
  <cp:lastModifiedBy>Team GlycoNova - BIT</cp:lastModifiedBy>
  <cp:revision>1</cp:revision>
  <dcterms:created xsi:type="dcterms:W3CDTF">2026-10-22T04:47:56Z</dcterms:created>
  <dcterms:modified xsi:type="dcterms:W3CDTF">2026-10-22T04:47:56Z</dcterms:modified>
</cp:coreProperties>
</file>